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3" r:id="rId3"/>
    <p:sldId id="264" r:id="rId4"/>
    <p:sldId id="262" r:id="rId5"/>
    <p:sldId id="260" r:id="rId6"/>
    <p:sldId id="257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Ray" userId="18df4e33e269b0bf" providerId="Windows Live" clId="Web-{9DDA6876-2C2D-2C2B-8BE7-4DE582E0280A}"/>
    <pc:docChg chg="delSld modSld">
      <pc:chgData name="Joseph Ray" userId="18df4e33e269b0bf" providerId="Windows Live" clId="Web-{9DDA6876-2C2D-2C2B-8BE7-4DE582E0280A}" dt="2025-10-18T04:21:22.996" v="34" actId="20577"/>
      <pc:docMkLst>
        <pc:docMk/>
      </pc:docMkLst>
      <pc:sldChg chg="modSp">
        <pc:chgData name="Joseph Ray" userId="18df4e33e269b0bf" providerId="Windows Live" clId="Web-{9DDA6876-2C2D-2C2B-8BE7-4DE582E0280A}" dt="2025-10-18T04:21:22.996" v="34" actId="20577"/>
        <pc:sldMkLst>
          <pc:docMk/>
          <pc:sldMk cId="1743908672" sldId="257"/>
        </pc:sldMkLst>
        <pc:spChg chg="mod">
          <ac:chgData name="Joseph Ray" userId="18df4e33e269b0bf" providerId="Windows Live" clId="Web-{9DDA6876-2C2D-2C2B-8BE7-4DE582E0280A}" dt="2025-10-18T04:21:22.996" v="34" actId="20577"/>
          <ac:spMkLst>
            <pc:docMk/>
            <pc:sldMk cId="1743908672" sldId="257"/>
            <ac:spMk id="9" creationId="{CA3EB429-784E-37C2-75AD-48130836A552}"/>
          </ac:spMkLst>
        </pc:spChg>
      </pc:sldChg>
    </pc:docChg>
  </pc:docChgLst>
  <pc:docChgLst>
    <pc:chgData name="Joseph Ray" userId="18df4e33e269b0bf" providerId="LiveId" clId="{BA8D1E16-2162-4D8E-88B1-EE4D2AC5CDC1}"/>
    <pc:docChg chg="undo custSel addSld delSld modSld">
      <pc:chgData name="Joseph Ray" userId="18df4e33e269b0bf" providerId="LiveId" clId="{BA8D1E16-2162-4D8E-88B1-EE4D2AC5CDC1}" dt="2025-11-08T21:09:09.522" v="787" actId="478"/>
      <pc:docMkLst>
        <pc:docMk/>
      </pc:docMkLst>
      <pc:sldChg chg="addSp delSp modSp add mod">
        <pc:chgData name="Joseph Ray" userId="18df4e33e269b0bf" providerId="LiveId" clId="{BA8D1E16-2162-4D8E-88B1-EE4D2AC5CDC1}" dt="2025-10-31T21:28:10.188" v="757" actId="1076"/>
        <pc:sldMkLst>
          <pc:docMk/>
          <pc:sldMk cId="1743908672" sldId="257"/>
        </pc:sldMkLst>
        <pc:spChg chg="add mod">
          <ac:chgData name="Joseph Ray" userId="18df4e33e269b0bf" providerId="LiveId" clId="{BA8D1E16-2162-4D8E-88B1-EE4D2AC5CDC1}" dt="2025-10-31T21:28:10.188" v="757" actId="1076"/>
          <ac:spMkLst>
            <pc:docMk/>
            <pc:sldMk cId="1743908672" sldId="257"/>
            <ac:spMk id="2" creationId="{139E81D4-3AF0-1D39-CA90-9ED241F81EF2}"/>
          </ac:spMkLst>
        </pc:spChg>
      </pc:sldChg>
      <pc:sldChg chg="modSp mod">
        <pc:chgData name="Joseph Ray" userId="18df4e33e269b0bf" providerId="LiveId" clId="{BA8D1E16-2162-4D8E-88B1-EE4D2AC5CDC1}" dt="2025-10-31T21:52:24.579" v="779" actId="1076"/>
        <pc:sldMkLst>
          <pc:docMk/>
          <pc:sldMk cId="187806291" sldId="260"/>
        </pc:sldMkLst>
        <pc:spChg chg="mod">
          <ac:chgData name="Joseph Ray" userId="18df4e33e269b0bf" providerId="LiveId" clId="{BA8D1E16-2162-4D8E-88B1-EE4D2AC5CDC1}" dt="2025-10-31T21:38:59" v="759" actId="20577"/>
          <ac:spMkLst>
            <pc:docMk/>
            <pc:sldMk cId="187806291" sldId="260"/>
            <ac:spMk id="9" creationId="{7E48309B-0AC2-4781-F5AD-322098699C5D}"/>
          </ac:spMkLst>
        </pc:spChg>
        <pc:picChg chg="mod">
          <ac:chgData name="Joseph Ray" userId="18df4e33e269b0bf" providerId="LiveId" clId="{BA8D1E16-2162-4D8E-88B1-EE4D2AC5CDC1}" dt="2025-10-31T21:52:24.579" v="779" actId="1076"/>
          <ac:picMkLst>
            <pc:docMk/>
            <pc:sldMk cId="187806291" sldId="260"/>
            <ac:picMk id="4" creationId="{01161E33-1E9F-1270-E9E6-99F42E198018}"/>
          </ac:picMkLst>
        </pc:picChg>
      </pc:sldChg>
      <pc:sldChg chg="addSp delSp modSp mod">
        <pc:chgData name="Joseph Ray" userId="18df4e33e269b0bf" providerId="LiveId" clId="{BA8D1E16-2162-4D8E-88B1-EE4D2AC5CDC1}" dt="2025-11-08T21:09:05.684" v="786" actId="20577"/>
        <pc:sldMkLst>
          <pc:docMk/>
          <pc:sldMk cId="2509732076" sldId="263"/>
        </pc:sldMkLst>
        <pc:spChg chg="add del mod">
          <ac:chgData name="Joseph Ray" userId="18df4e33e269b0bf" providerId="LiveId" clId="{BA8D1E16-2162-4D8E-88B1-EE4D2AC5CDC1}" dt="2025-11-08T21:09:02.960" v="784" actId="478"/>
          <ac:spMkLst>
            <pc:docMk/>
            <pc:sldMk cId="2509732076" sldId="263"/>
            <ac:spMk id="2" creationId="{9C04AFA5-2EE0-D5F1-29D8-52254CD4BC8B}"/>
          </ac:spMkLst>
        </pc:spChg>
        <pc:spChg chg="add">
          <ac:chgData name="Joseph Ray" userId="18df4e33e269b0bf" providerId="LiveId" clId="{BA8D1E16-2162-4D8E-88B1-EE4D2AC5CDC1}" dt="2025-10-31T03:00:33.344" v="728"/>
          <ac:spMkLst>
            <pc:docMk/>
            <pc:sldMk cId="2509732076" sldId="263"/>
            <ac:spMk id="4" creationId="{81A31A78-A2D8-4A18-21D7-0165FF4AF728}"/>
          </ac:spMkLst>
        </pc:spChg>
        <pc:spChg chg="mod">
          <ac:chgData name="Joseph Ray" userId="18df4e33e269b0bf" providerId="LiveId" clId="{BA8D1E16-2162-4D8E-88B1-EE4D2AC5CDC1}" dt="2025-10-31T20:37:57.778" v="740" actId="1076"/>
          <ac:spMkLst>
            <pc:docMk/>
            <pc:sldMk cId="2509732076" sldId="263"/>
            <ac:spMk id="5" creationId="{BC7A13C8-C451-B613-D24C-CE1D1FC7FF87}"/>
          </ac:spMkLst>
        </pc:spChg>
        <pc:spChg chg="mod">
          <ac:chgData name="Joseph Ray" userId="18df4e33e269b0bf" providerId="LiveId" clId="{BA8D1E16-2162-4D8E-88B1-EE4D2AC5CDC1}" dt="2025-11-08T21:09:05.684" v="786" actId="20577"/>
          <ac:spMkLst>
            <pc:docMk/>
            <pc:sldMk cId="2509732076" sldId="263"/>
            <ac:spMk id="9" creationId="{3C2BB63A-5ECE-3217-BDC6-FCFCAAC96CB2}"/>
          </ac:spMkLst>
        </pc:spChg>
        <pc:picChg chg="add del mod">
          <ac:chgData name="Joseph Ray" userId="18df4e33e269b0bf" providerId="LiveId" clId="{BA8D1E16-2162-4D8E-88B1-EE4D2AC5CDC1}" dt="2025-10-31T20:37:52.793" v="739" actId="1076"/>
          <ac:picMkLst>
            <pc:docMk/>
            <pc:sldMk cId="2509732076" sldId="263"/>
            <ac:picMk id="3" creationId="{FE1281DB-1496-4D23-9DC2-E473FF3445BA}"/>
          </ac:picMkLst>
        </pc:picChg>
        <pc:picChg chg="add del mod">
          <ac:chgData name="Joseph Ray" userId="18df4e33e269b0bf" providerId="LiveId" clId="{BA8D1E16-2162-4D8E-88B1-EE4D2AC5CDC1}" dt="2025-11-08T21:09:04.027" v="785" actId="478"/>
          <ac:picMkLst>
            <pc:docMk/>
            <pc:sldMk cId="2509732076" sldId="263"/>
            <ac:picMk id="7" creationId="{95375A0A-9624-2850-7666-B741D5213637}"/>
          </ac:picMkLst>
        </pc:picChg>
      </pc:sldChg>
      <pc:sldChg chg="addSp delSp modSp add mod">
        <pc:chgData name="Joseph Ray" userId="18df4e33e269b0bf" providerId="LiveId" clId="{BA8D1E16-2162-4D8E-88B1-EE4D2AC5CDC1}" dt="2025-11-08T21:09:09.522" v="787" actId="478"/>
        <pc:sldMkLst>
          <pc:docMk/>
          <pc:sldMk cId="2413211805" sldId="264"/>
        </pc:sldMkLst>
        <pc:spChg chg="add del mod">
          <ac:chgData name="Joseph Ray" userId="18df4e33e269b0bf" providerId="LiveId" clId="{BA8D1E16-2162-4D8E-88B1-EE4D2AC5CDC1}" dt="2025-11-08T21:09:09.522" v="787" actId="478"/>
          <ac:spMkLst>
            <pc:docMk/>
            <pc:sldMk cId="2413211805" sldId="264"/>
            <ac:spMk id="3" creationId="{2C4844EA-F473-B49E-679C-F653E3F68041}"/>
          </ac:spMkLst>
        </pc:spChg>
        <pc:spChg chg="mod">
          <ac:chgData name="Joseph Ray" userId="18df4e33e269b0bf" providerId="LiveId" clId="{BA8D1E16-2162-4D8E-88B1-EE4D2AC5CDC1}" dt="2025-10-31T21:49:30.405" v="772" actId="1076"/>
          <ac:spMkLst>
            <pc:docMk/>
            <pc:sldMk cId="2413211805" sldId="264"/>
            <ac:spMk id="5" creationId="{320B84F1-B562-7A56-E7F8-3DBB01E78336}"/>
          </ac:spMkLst>
        </pc:spChg>
        <pc:spChg chg="mod">
          <ac:chgData name="Joseph Ray" userId="18df4e33e269b0bf" providerId="LiveId" clId="{BA8D1E16-2162-4D8E-88B1-EE4D2AC5CDC1}" dt="2025-10-31T21:25:00.888" v="755" actId="20577"/>
          <ac:spMkLst>
            <pc:docMk/>
            <pc:sldMk cId="2413211805" sldId="264"/>
            <ac:spMk id="9" creationId="{C786437F-D4E0-1C3E-AAD5-2AA36840C386}"/>
          </ac:spMkLst>
        </pc:spChg>
        <pc:picChg chg="mod">
          <ac:chgData name="Joseph Ray" userId="18df4e33e269b0bf" providerId="LiveId" clId="{BA8D1E16-2162-4D8E-88B1-EE4D2AC5CDC1}" dt="2025-10-31T21:49:34.197" v="775" actId="1076"/>
          <ac:picMkLst>
            <pc:docMk/>
            <pc:sldMk cId="2413211805" sldId="264"/>
            <ac:picMk id="2" creationId="{4EA008CB-BF4C-A0F2-B784-810E3C78ADAF}"/>
          </ac:picMkLst>
        </pc:picChg>
      </pc:sldChg>
    </pc:docChg>
  </pc:docChgLst>
  <pc:docChgLst>
    <pc:chgData name="Joseph Ray" userId="18df4e33e269b0bf" providerId="Windows Live" clId="Web-{199B6529-2420-70E0-FBA4-E1CA4DC8A61C}"/>
    <pc:docChg chg="addSld delSld modSld sldOrd">
      <pc:chgData name="Joseph Ray" userId="18df4e33e269b0bf" providerId="Windows Live" clId="Web-{199B6529-2420-70E0-FBA4-E1CA4DC8A61C}" dt="2025-10-31T02:33:34.435" v="118" actId="1076"/>
      <pc:docMkLst>
        <pc:docMk/>
      </pc:docMkLst>
      <pc:sldChg chg="modSp">
        <pc:chgData name="Joseph Ray" userId="18df4e33e269b0bf" providerId="Windows Live" clId="Web-{199B6529-2420-70E0-FBA4-E1CA4DC8A61C}" dt="2025-10-31T00:54:58.153" v="49" actId="20577"/>
        <pc:sldMkLst>
          <pc:docMk/>
          <pc:sldMk cId="1743908672" sldId="257"/>
        </pc:sldMkLst>
        <pc:spChg chg="mod">
          <ac:chgData name="Joseph Ray" userId="18df4e33e269b0bf" providerId="Windows Live" clId="Web-{199B6529-2420-70E0-FBA4-E1CA4DC8A61C}" dt="2025-10-31T00:54:58.153" v="49" actId="20577"/>
          <ac:spMkLst>
            <pc:docMk/>
            <pc:sldMk cId="1743908672" sldId="257"/>
            <ac:spMk id="9" creationId="{CA3EB429-784E-37C2-75AD-48130836A552}"/>
          </ac:spMkLst>
        </pc:spChg>
      </pc:sldChg>
      <pc:sldChg chg="modSp">
        <pc:chgData name="Joseph Ray" userId="18df4e33e269b0bf" providerId="Windows Live" clId="Web-{199B6529-2420-70E0-FBA4-E1CA4DC8A61C}" dt="2025-10-31T00:47:20.479" v="21" actId="20577"/>
        <pc:sldMkLst>
          <pc:docMk/>
          <pc:sldMk cId="1490035852" sldId="259"/>
        </pc:sldMkLst>
        <pc:spChg chg="mod">
          <ac:chgData name="Joseph Ray" userId="18df4e33e269b0bf" providerId="Windows Live" clId="Web-{199B6529-2420-70E0-FBA4-E1CA4DC8A61C}" dt="2025-10-31T00:47:20.479" v="21" actId="20577"/>
          <ac:spMkLst>
            <pc:docMk/>
            <pc:sldMk cId="1490035852" sldId="259"/>
            <ac:spMk id="3" creationId="{593314A3-8773-5776-1ED6-3B25EFBCA185}"/>
          </ac:spMkLst>
        </pc:spChg>
      </pc:sldChg>
      <pc:sldChg chg="addSp delSp modSp add ord replId">
        <pc:chgData name="Joseph Ray" userId="18df4e33e269b0bf" providerId="Windows Live" clId="Web-{199B6529-2420-70E0-FBA4-E1CA4DC8A61C}" dt="2025-10-31T01:09:44.493" v="60" actId="1076"/>
        <pc:sldMkLst>
          <pc:docMk/>
          <pc:sldMk cId="187806291" sldId="260"/>
        </pc:sldMkLst>
        <pc:spChg chg="add mod">
          <ac:chgData name="Joseph Ray" userId="18df4e33e269b0bf" providerId="Windows Live" clId="Web-{199B6529-2420-70E0-FBA4-E1CA4DC8A61C}" dt="2025-10-31T01:09:44.493" v="60" actId="1076"/>
          <ac:spMkLst>
            <pc:docMk/>
            <pc:sldMk cId="187806291" sldId="260"/>
            <ac:spMk id="6" creationId="{337A9F2B-A4C8-909B-4957-30E7D40FAAB4}"/>
          </ac:spMkLst>
        </pc:spChg>
        <pc:spChg chg="mod">
          <ac:chgData name="Joseph Ray" userId="18df4e33e269b0bf" providerId="Windows Live" clId="Web-{199B6529-2420-70E0-FBA4-E1CA4DC8A61C}" dt="2025-10-31T00:53:55.825" v="46" actId="20577"/>
          <ac:spMkLst>
            <pc:docMk/>
            <pc:sldMk cId="187806291" sldId="260"/>
            <ac:spMk id="9" creationId="{7E48309B-0AC2-4781-F5AD-322098699C5D}"/>
          </ac:spMkLst>
        </pc:spChg>
        <pc:picChg chg="add mod">
          <ac:chgData name="Joseph Ray" userId="18df4e33e269b0bf" providerId="Windows Live" clId="Web-{199B6529-2420-70E0-FBA4-E1CA4DC8A61C}" dt="2025-10-31T01:09:42.180" v="59" actId="1076"/>
          <ac:picMkLst>
            <pc:docMk/>
            <pc:sldMk cId="187806291" sldId="260"/>
            <ac:picMk id="4" creationId="{01161E33-1E9F-1270-E9E6-99F42E198018}"/>
          </ac:picMkLst>
        </pc:picChg>
      </pc:sldChg>
      <pc:sldChg chg="delSp modSp new ord">
        <pc:chgData name="Joseph Ray" userId="18df4e33e269b0bf" providerId="Windows Live" clId="Web-{199B6529-2420-70E0-FBA4-E1CA4DC8A61C}" dt="2025-10-31T01:12:10.977" v="70" actId="20577"/>
        <pc:sldMkLst>
          <pc:docMk/>
          <pc:sldMk cId="2038099437" sldId="261"/>
        </pc:sldMkLst>
        <pc:spChg chg="mod">
          <ac:chgData name="Joseph Ray" userId="18df4e33e269b0bf" providerId="Windows Live" clId="Web-{199B6529-2420-70E0-FBA4-E1CA4DC8A61C}" dt="2025-10-31T01:12:10.977" v="70" actId="20577"/>
          <ac:spMkLst>
            <pc:docMk/>
            <pc:sldMk cId="2038099437" sldId="261"/>
            <ac:spMk id="2" creationId="{DD058F1F-2388-DE10-4BD6-6F58384FCBDC}"/>
          </ac:spMkLst>
        </pc:spChg>
      </pc:sldChg>
      <pc:sldChg chg="add replId">
        <pc:chgData name="Joseph Ray" userId="18df4e33e269b0bf" providerId="Windows Live" clId="Web-{199B6529-2420-70E0-FBA4-E1CA4DC8A61C}" dt="2025-10-31T01:10:46.587" v="67"/>
        <pc:sldMkLst>
          <pc:docMk/>
          <pc:sldMk cId="3081815939" sldId="262"/>
        </pc:sldMkLst>
      </pc:sldChg>
      <pc:sldChg chg="addSp delSp modSp add ord replId">
        <pc:chgData name="Joseph Ray" userId="18df4e33e269b0bf" providerId="Windows Live" clId="Web-{199B6529-2420-70E0-FBA4-E1CA4DC8A61C}" dt="2025-10-31T02:27:19.838" v="112" actId="1076"/>
        <pc:sldMkLst>
          <pc:docMk/>
          <pc:sldMk cId="2509732076" sldId="263"/>
        </pc:sldMkLst>
        <pc:spChg chg="add mod">
          <ac:chgData name="Joseph Ray" userId="18df4e33e269b0bf" providerId="Windows Live" clId="Web-{199B6529-2420-70E0-FBA4-E1CA4DC8A61C}" dt="2025-10-31T02:27:19.838" v="112" actId="1076"/>
          <ac:spMkLst>
            <pc:docMk/>
            <pc:sldMk cId="2509732076" sldId="263"/>
            <ac:spMk id="5" creationId="{BC7A13C8-C451-B613-D24C-CE1D1FC7FF87}"/>
          </ac:spMkLst>
        </pc:spChg>
        <pc:spChg chg="mod">
          <ac:chgData name="Joseph Ray" userId="18df4e33e269b0bf" providerId="Windows Live" clId="Web-{199B6529-2420-70E0-FBA4-E1CA4DC8A61C}" dt="2025-10-31T01:24:28.693" v="103" actId="20577"/>
          <ac:spMkLst>
            <pc:docMk/>
            <pc:sldMk cId="2509732076" sldId="263"/>
            <ac:spMk id="9" creationId="{3C2BB63A-5ECE-3217-BDC6-FCFCAAC96CB2}"/>
          </ac:spMkLst>
        </pc:spChg>
        <pc:picChg chg="add mod ord">
          <ac:chgData name="Joseph Ray" userId="18df4e33e269b0bf" providerId="Windows Live" clId="Web-{199B6529-2420-70E0-FBA4-E1CA4DC8A61C}" dt="2025-10-31T02:27:15.400" v="111" actId="1076"/>
          <ac:picMkLst>
            <pc:docMk/>
            <pc:sldMk cId="2509732076" sldId="263"/>
            <ac:picMk id="3" creationId="{FE1281DB-1496-4D23-9DC2-E473FF3445BA}"/>
          </ac:picMkLst>
        </pc:picChg>
      </pc:sldChg>
      <pc:sldChg chg="addSp modSp">
        <pc:chgData name="Joseph Ray" userId="18df4e33e269b0bf" providerId="Windows Live" clId="Web-{199B6529-2420-70E0-FBA4-E1CA4DC8A61C}" dt="2025-10-31T02:33:34.435" v="118" actId="1076"/>
        <pc:sldMkLst>
          <pc:docMk/>
          <pc:sldMk cId="2413211805" sldId="264"/>
        </pc:sldMkLst>
        <pc:spChg chg="mod">
          <ac:chgData name="Joseph Ray" userId="18df4e33e269b0bf" providerId="Windows Live" clId="Web-{199B6529-2420-70E0-FBA4-E1CA4DC8A61C}" dt="2025-10-31T02:33:34.435" v="118" actId="1076"/>
          <ac:spMkLst>
            <pc:docMk/>
            <pc:sldMk cId="2413211805" sldId="264"/>
            <ac:spMk id="5" creationId="{320B84F1-B562-7A56-E7F8-3DBB01E78336}"/>
          </ac:spMkLst>
        </pc:spChg>
        <pc:picChg chg="add mod ord">
          <ac:chgData name="Joseph Ray" userId="18df4e33e269b0bf" providerId="Windows Live" clId="Web-{199B6529-2420-70E0-FBA4-E1CA4DC8A61C}" dt="2025-10-31T02:33:24.497" v="116"/>
          <ac:picMkLst>
            <pc:docMk/>
            <pc:sldMk cId="2413211805" sldId="264"/>
            <ac:picMk id="2" creationId="{4EA008CB-BF4C-A0F2-B784-810E3C78AD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58F1F-2388-DE10-4BD6-6F58384F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5069"/>
            <a:ext cx="10515600" cy="1325563"/>
          </a:xfrm>
        </p:spPr>
        <p:txBody>
          <a:bodyPr/>
          <a:lstStyle/>
          <a:p>
            <a:pPr algn="ctr"/>
            <a:r>
              <a:rPr lang="en-US"/>
              <a:t>Sep 14th, 2024</a:t>
            </a:r>
          </a:p>
        </p:txBody>
      </p:sp>
    </p:spTree>
    <p:extLst>
      <p:ext uri="{BB962C8B-B14F-4D97-AF65-F5344CB8AC3E}">
        <p14:creationId xmlns:p14="http://schemas.microsoft.com/office/powerpoint/2010/main" val="203809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F8B9-5B25-4A05-381B-7DF7357A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black and white image&#10;&#10;AI-generated content may be incorrect.">
            <a:extLst>
              <a:ext uri="{FF2B5EF4-FFF2-40B4-BE49-F238E27FC236}">
                <a16:creationId xmlns:a16="http://schemas.microsoft.com/office/drawing/2014/main" id="{FE1281DB-1496-4D23-9DC2-E473FF344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6" y="532039"/>
            <a:ext cx="6844393" cy="57893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2BB63A-5ECE-3217-BDC6-FCFCAAC96CB2}"/>
              </a:ext>
            </a:extLst>
          </p:cNvPr>
          <p:cNvSpPr txBox="1"/>
          <p:nvPr/>
        </p:nvSpPr>
        <p:spPr>
          <a:xfrm>
            <a:off x="6965014" y="666093"/>
            <a:ext cx="4542196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Date: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14</a:t>
            </a:r>
            <a:r>
              <a:rPr lang="pl-PL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-Sep</a:t>
            </a:r>
            <a:endParaRPr lang="pl-PL" sz="2800" b="0" i="0" u="none" strike="noStrike" dirty="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Img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#:</a:t>
            </a:r>
            <a:r>
              <a:rPr lang="en-US" sz="2800" dirty="0">
                <a:effectLst/>
              </a:rPr>
              <a:t> </a:t>
            </a:r>
            <a:r>
              <a:rPr lang="en-US" sz="2800" dirty="0"/>
              <a:t>121</a:t>
            </a:r>
            <a:endParaRPr lang="en-US" sz="2800" dirty="0">
              <a:effectLst/>
              <a:latin typeface="Calibri"/>
              <a:ea typeface="Calibri"/>
              <a:cs typeface="Calibri"/>
            </a:endParaRPr>
          </a:p>
          <a:p>
            <a:r>
              <a:rPr lang="pl-PL" sz="280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Time: 5:27</a:t>
            </a: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General Direction: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SW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Direction from FF: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196 </a:t>
            </a:r>
            <a:endParaRPr lang="en-US" sz="2800" dirty="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Horizontal Wavelength: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13 km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Vertical Wavelength:  40 km</a:t>
            </a: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Phase Speed (m/s):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41 </a:t>
            </a:r>
            <a:endParaRPr lang="en-US" sz="2800" dirty="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’ (K):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1.3</a:t>
            </a:r>
            <a:endParaRPr lang="en-US" sz="2800" dirty="0">
              <a:effectLst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MF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(m^2/s^2):</a:t>
            </a:r>
            <a:r>
              <a:rPr lang="en-US" sz="2800" dirty="0">
                <a:effectLst/>
              </a:rPr>
              <a:t> 12</a:t>
            </a:r>
            <a:endParaRPr lang="pl-PL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7A13C8-C451-B613-D24C-CE1D1FC7FF87}"/>
              </a:ext>
            </a:extLst>
          </p:cNvPr>
          <p:cNvSpPr/>
          <p:nvPr/>
        </p:nvSpPr>
        <p:spPr>
          <a:xfrm>
            <a:off x="508029" y="1436448"/>
            <a:ext cx="2523869" cy="23555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utoShape 4" descr="Uploaded image">
            <a:extLst>
              <a:ext uri="{FF2B5EF4-FFF2-40B4-BE49-F238E27FC236}">
                <a16:creationId xmlns:a16="http://schemas.microsoft.com/office/drawing/2014/main" id="{81A31A78-A2D8-4A18-21D7-0165FF4AF7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32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1C9C-B9E4-A11A-D4EA-9B541A0F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and white image of a cloud&#10;&#10;AI-generated content may be incorrect.">
            <a:extLst>
              <a:ext uri="{FF2B5EF4-FFF2-40B4-BE49-F238E27FC236}">
                <a16:creationId xmlns:a16="http://schemas.microsoft.com/office/drawing/2014/main" id="{4EA008CB-BF4C-A0F2-B784-810E3C78A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2" y="352425"/>
            <a:ext cx="6790524" cy="57258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86437F-D4E0-1C3E-AAD5-2AA36840C386}"/>
              </a:ext>
            </a:extLst>
          </p:cNvPr>
          <p:cNvSpPr txBox="1"/>
          <p:nvPr/>
        </p:nvSpPr>
        <p:spPr>
          <a:xfrm>
            <a:off x="6965014" y="666093"/>
            <a:ext cx="4542196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Date: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14</a:t>
            </a:r>
            <a:r>
              <a:rPr lang="pl-PL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-Sep</a:t>
            </a:r>
            <a:endParaRPr lang="pl-PL" sz="2800" b="0" i="0" u="none" strike="noStrike" dirty="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Img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#:</a:t>
            </a:r>
            <a:r>
              <a:rPr lang="en-US" sz="2800" dirty="0">
                <a:effectLst/>
              </a:rPr>
              <a:t> 312</a:t>
            </a:r>
            <a:endParaRPr lang="en-US" sz="2800" dirty="0">
              <a:effectLst/>
              <a:latin typeface="Calibri"/>
              <a:ea typeface="Calibri"/>
              <a:cs typeface="Calibri"/>
            </a:endParaRPr>
          </a:p>
          <a:p>
            <a:r>
              <a:rPr lang="pl-PL" sz="280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Time: 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7:13</a:t>
            </a:r>
            <a:endParaRPr lang="pl-PL" sz="2800" dirty="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General Direction: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SW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Direction from FF: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156 </a:t>
            </a:r>
            <a:endParaRPr lang="en-US" sz="2800" dirty="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Horizontal Wavelength: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21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km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Vertical Wavelength:  51 km</a:t>
            </a: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Phase Speed (m/s):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63</a:t>
            </a:r>
            <a:endParaRPr lang="en-US" sz="2800" dirty="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’ (K):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1.1</a:t>
            </a:r>
            <a:endParaRPr lang="en-US" sz="2800" dirty="0">
              <a:effectLst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MF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(m^2/s^2):</a:t>
            </a:r>
            <a:r>
              <a:rPr lang="en-US" sz="2800" dirty="0">
                <a:effectLst/>
              </a:rPr>
              <a:t> 7.0</a:t>
            </a:r>
            <a:endParaRPr lang="pl-PL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20B84F1-B562-7A56-E7F8-3DBB01E78336}"/>
              </a:ext>
            </a:extLst>
          </p:cNvPr>
          <p:cNvSpPr/>
          <p:nvPr/>
        </p:nvSpPr>
        <p:spPr>
          <a:xfrm>
            <a:off x="97832" y="2037556"/>
            <a:ext cx="2523869" cy="23555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211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90DBF-4C0E-7084-7406-048459B20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A3C7-9912-EA0D-8D93-9EC7209C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5069"/>
            <a:ext cx="10515600" cy="1325563"/>
          </a:xfrm>
        </p:spPr>
        <p:txBody>
          <a:bodyPr/>
          <a:lstStyle/>
          <a:p>
            <a:pPr algn="ctr"/>
            <a:r>
              <a:rPr lang="en-US"/>
              <a:t>Nov 7th, 2024</a:t>
            </a:r>
          </a:p>
        </p:txBody>
      </p:sp>
    </p:spTree>
    <p:extLst>
      <p:ext uri="{BB962C8B-B14F-4D97-AF65-F5344CB8AC3E}">
        <p14:creationId xmlns:p14="http://schemas.microsoft.com/office/powerpoint/2010/main" val="308181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7BD80-7185-F0E2-3965-C55C93FA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E48309B-0AC2-4781-F5AD-322098699C5D}"/>
              </a:ext>
            </a:extLst>
          </p:cNvPr>
          <p:cNvSpPr txBox="1"/>
          <p:nvPr/>
        </p:nvSpPr>
        <p:spPr>
          <a:xfrm>
            <a:off x="6965014" y="666093"/>
            <a:ext cx="4542196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Date: </a:t>
            </a:r>
            <a:r>
              <a:rPr lang="pl-PL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7-Nov</a:t>
            </a:r>
            <a:r>
              <a:rPr lang="pl-PL" sz="2800" dirty="0"/>
              <a:t> 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800" b="0" i="0" u="none" strike="noStrike" dirty="0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Img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#:</a:t>
            </a:r>
            <a:r>
              <a:rPr lang="en-US" sz="2800" dirty="0">
                <a:effectLst/>
              </a:rPr>
              <a:t> </a:t>
            </a:r>
            <a:r>
              <a:rPr lang="pl-PL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26</a:t>
            </a:r>
            <a:endParaRPr lang="pl-PL" sz="2800" dirty="0">
              <a:effectLst/>
            </a:endParaRPr>
          </a:p>
          <a:p>
            <a:r>
              <a:rPr lang="pl-PL" sz="280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Time: 2:06</a:t>
            </a: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General Direction: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SW </a:t>
            </a: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Direction from FF: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225 </a:t>
            </a:r>
            <a:endParaRPr lang="en-US" sz="2800" dirty="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Horizontal Wavelength: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23 km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Vertical Wavelength: 53 km</a:t>
            </a: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Phase Speed (m/s):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49 </a:t>
            </a:r>
            <a:endParaRPr lang="en-US" sz="2800" dirty="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’ (K):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1.7 </a:t>
            </a:r>
            <a:endParaRPr lang="en-US" sz="2800" dirty="0">
              <a:effectLst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MF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(m^2/s^2):</a:t>
            </a:r>
            <a:r>
              <a:rPr lang="en-US" sz="2800" dirty="0">
                <a:effectLst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22</a:t>
            </a:r>
            <a:r>
              <a:rPr lang="pl-PL" sz="2800" dirty="0">
                <a:latin typeface="Calibri"/>
                <a:ea typeface="Calibri"/>
                <a:cs typeface="Calibri"/>
              </a:rPr>
              <a:t> </a:t>
            </a:r>
          </a:p>
        </p:txBody>
      </p:sp>
      <p:pic>
        <p:nvPicPr>
          <p:cNvPr id="4" name="Picture 3" descr="A black and white image of clouds&#10;&#10;AI-generated content may be incorrect.">
            <a:extLst>
              <a:ext uri="{FF2B5EF4-FFF2-40B4-BE49-F238E27FC236}">
                <a16:creationId xmlns:a16="http://schemas.microsoft.com/office/drawing/2014/main" id="{01161E33-1E9F-1270-E9E6-99F42E198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8" y="542703"/>
            <a:ext cx="6861650" cy="5587437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37A9F2B-A4C8-909B-4957-30E7D40FAAB4}"/>
              </a:ext>
            </a:extLst>
          </p:cNvPr>
          <p:cNvSpPr/>
          <p:nvPr/>
        </p:nvSpPr>
        <p:spPr>
          <a:xfrm>
            <a:off x="3429836" y="3519746"/>
            <a:ext cx="2840665" cy="26140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6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5FC3A-3C7D-A1C4-F1BD-176489DDC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A3EB429-784E-37C2-75AD-48130836A552}"/>
              </a:ext>
            </a:extLst>
          </p:cNvPr>
          <p:cNvSpPr txBox="1"/>
          <p:nvPr/>
        </p:nvSpPr>
        <p:spPr>
          <a:xfrm>
            <a:off x="6965014" y="666093"/>
            <a:ext cx="4542196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Date: </a:t>
            </a:r>
            <a:r>
              <a:rPr lang="pl-PL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7-Nov</a:t>
            </a:r>
            <a:r>
              <a:rPr lang="pl-PL" sz="2800"/>
              <a:t> </a:t>
            </a:r>
            <a:endParaRPr lang="en-US" sz="2800" b="0" i="0" u="none" strike="noStrike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US" sz="2800" b="0" i="0" u="none" strike="noStrike" err="1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Img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#:</a:t>
            </a:r>
            <a:r>
              <a:rPr lang="en-US" sz="2800">
                <a:effectLst/>
              </a:rPr>
              <a:t> </a:t>
            </a:r>
            <a:r>
              <a:rPr lang="pl-PL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176</a:t>
            </a:r>
            <a:r>
              <a:rPr lang="pl-PL" sz="2800"/>
              <a:t> </a:t>
            </a:r>
            <a:endParaRPr lang="en-US" sz="2800">
              <a:effectLst/>
            </a:endParaRPr>
          </a:p>
          <a:p>
            <a:r>
              <a:rPr lang="pl-PL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Time: 11:50</a:t>
            </a:r>
          </a:p>
          <a:p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General Direction:</a:t>
            </a:r>
            <a:r>
              <a:rPr lang="en-US" sz="2800">
                <a:effectLst/>
              </a:rPr>
              <a:t> </a:t>
            </a:r>
            <a:r>
              <a:rPr lang="en-US" sz="280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N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Direction from FF:</a:t>
            </a:r>
            <a:r>
              <a:rPr lang="en-US" sz="2800"/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326</a:t>
            </a:r>
            <a:endParaRPr lang="en-US" sz="280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Horizontal Wavelength:</a:t>
            </a:r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30 km</a:t>
            </a:r>
            <a:endParaRPr lang="en-US" sz="2800" b="0" i="0" u="none" strike="noStrike">
              <a:solidFill>
                <a:srgbClr val="000000"/>
              </a:solidFill>
              <a:effectLst/>
              <a:latin typeface="Calibri"/>
              <a:ea typeface="Calibri"/>
              <a:cs typeface="Calibri"/>
            </a:endParaRPr>
          </a:p>
          <a:p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Vertical Wavelength: 31 km</a:t>
            </a:r>
          </a:p>
          <a:p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Phase Speed (m/s):</a:t>
            </a:r>
            <a:r>
              <a:rPr lang="en-US" sz="2800">
                <a:effectLst/>
              </a:rPr>
              <a:t> </a:t>
            </a:r>
            <a:r>
              <a:rPr lang="en-US" sz="280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66</a:t>
            </a:r>
            <a:endParaRPr lang="en-US" sz="2800">
              <a:effectLst/>
              <a:latin typeface="Calibri"/>
              <a:ea typeface="Calibri"/>
              <a:cs typeface="Calibri"/>
            </a:endParaRPr>
          </a:p>
          <a:p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’ (K):</a:t>
            </a:r>
            <a:r>
              <a:rPr lang="en-US" sz="2800">
                <a:effectLst/>
              </a:rPr>
              <a:t> </a:t>
            </a:r>
            <a:r>
              <a:rPr lang="en-US" sz="2800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1.6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800">
              <a:effectLst/>
            </a:endParaRPr>
          </a:p>
          <a:p>
            <a:r>
              <a:rPr lang="en-US" sz="2800" b="0" i="0" u="none" strike="noStrike">
                <a:solidFill>
                  <a:srgbClr val="000000"/>
                </a:solidFill>
                <a:effectLst/>
                <a:latin typeface="Calibri"/>
                <a:ea typeface="Calibri"/>
                <a:cs typeface="Calibri"/>
              </a:rPr>
              <a:t>MF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(m^2/s^2):</a:t>
            </a:r>
            <a:r>
              <a:rPr lang="en-US" sz="2800">
                <a:effectLst/>
              </a:rPr>
              <a:t> </a:t>
            </a:r>
            <a:r>
              <a:rPr lang="en-US" sz="2800">
                <a:solidFill>
                  <a:srgbClr val="000000"/>
                </a:solidFill>
                <a:latin typeface="Aptos"/>
                <a:ea typeface="Calibri"/>
                <a:cs typeface="Calibri"/>
              </a:rPr>
              <a:t>7</a:t>
            </a:r>
            <a:r>
              <a:rPr lang="en-US" sz="2800">
                <a:latin typeface="Aptos"/>
                <a:ea typeface="Calibri"/>
                <a:cs typeface="Calibri"/>
              </a:rPr>
              <a:t>.6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9CAEE5-472A-E55B-077E-F39FA0C81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65688" cy="68580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39E81D4-3AF0-1D39-CA90-9ED241F81EF2}"/>
              </a:ext>
            </a:extLst>
          </p:cNvPr>
          <p:cNvSpPr/>
          <p:nvPr/>
        </p:nvSpPr>
        <p:spPr>
          <a:xfrm>
            <a:off x="0" y="1798061"/>
            <a:ext cx="3467356" cy="32692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90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56B44-F2D8-E2BD-3E0A-5558D30A3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314A3-8773-5776-1ED6-3B25EFBCA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Is there a way to add movies to this presentation?</a:t>
            </a:r>
          </a:p>
          <a:p>
            <a:r>
              <a:rPr lang="en-US"/>
              <a:t>I can start analyzing waves on more dates, or analyze </a:t>
            </a:r>
            <a:r>
              <a:rPr lang="en-US" err="1"/>
              <a:t>Keograms</a:t>
            </a:r>
            <a:r>
              <a:rPr lang="en-US"/>
              <a:t> with Connor.</a:t>
            </a:r>
          </a:p>
        </p:txBody>
      </p:sp>
    </p:spTree>
    <p:extLst>
      <p:ext uri="{BB962C8B-B14F-4D97-AF65-F5344CB8AC3E}">
        <p14:creationId xmlns:p14="http://schemas.microsoft.com/office/powerpoint/2010/main" val="1490035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252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Sep 14th, 2024</vt:lpstr>
      <vt:lpstr>PowerPoint Presentation</vt:lpstr>
      <vt:lpstr>PowerPoint Presentation</vt:lpstr>
      <vt:lpstr>Nov 7th, 2024</vt:lpstr>
      <vt:lpstr>PowerPoint Presentation</vt:lpstr>
      <vt:lpstr>PowerPoint Presentation</vt:lpstr>
      <vt:lpstr>Going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Joseph Ray</cp:lastModifiedBy>
  <cp:revision>1</cp:revision>
  <dcterms:created xsi:type="dcterms:W3CDTF">2025-09-19T20:27:20Z</dcterms:created>
  <dcterms:modified xsi:type="dcterms:W3CDTF">2025-11-08T21:09:14Z</dcterms:modified>
</cp:coreProperties>
</file>